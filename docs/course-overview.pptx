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D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071D3F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071D3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|  Department of IoT  —  BACSE202: Database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Project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the Database with a Front End using ODBC / JDBC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3-Phase Project  •  Assessments 8–10  •  CO5  •  30 Marks  •  Teams of 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394960"/>
            <a:ext cx="475488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from Lab Experiment 9 (Front-End Database Connectivity)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81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complete database application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requirement analysis to a fully working, front-end-connected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624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DB theory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modelling, relational mapping, and normalization on a real-world problem.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767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connectivity concepts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database design with front-end and business logic via ODBC/JDBC.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910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incremental progress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structured phases, each independently evaluated (CO5).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Experiment 9, extended into a semester-long team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Lab 9: “Interface the database with Front Ends using ODBC/JDBC; perform retrieval and DML operations from the Front End.”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as ONE continuous application, evaluated across 3 phases.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= a separate assessment (CO5), building on the last.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B2C5D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068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/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3796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0684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0684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Timeline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01168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600200"/>
                <a:gridCol w="1600200"/>
                <a:gridCol w="1234440"/>
                <a:gridCol w="10515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PPT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PPT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29-Oct-2026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PPT + Project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marks under CO5. Every phase must demonstrate live ODBC/JDBC connectivity.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Stages Mapped to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execution stages, distributed across three progressive phases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B2C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30%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954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/ EER Diagram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04164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to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873752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873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(1NF, 2NF, 3NF)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C4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80%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237744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774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Creation (DDL)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3209544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20954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Population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(DML)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404164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04164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4873752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873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5705856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570585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(initial)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1691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E6DB4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100%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237744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3774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209544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20954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4164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04164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Stage-wise Mark Rubric (CO5)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evaluation framework — 11 stages distributed across 3 phases, 30 marks total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58368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 and Requirement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of ER/EER Diagram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Diagram to Relational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(1NF, 2NF, 3NF)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 and Table Creation (DDL)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Population (DML)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 Implementation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Connectivity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→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Demonstration and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Database Connectivity (Stage 9) is assessed twice — an initial working connection in Phase 2 (2 marks) and full CRUD integration in Phase 3 (2 marks) — giving each phase a 10-mark total (30 marks overall).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Design Foundation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  •  30% Completion  •  10 Marks  •  Submission: Phase 1 PPT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format: a single Phase 1 PPT (via VTOP) covering all stages below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requirement analysis (scope, users, functional requirements)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diagram (draw.io) with entities, attributes, relationships, keys, cardinalities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of the ER/EER diagram to a relational schema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worksheet: 1NF → 2NF → 3NF with justification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— 10 Marks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011680"/>
          <a:ext cx="47548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Problem Identification &amp; Requirement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Construction of ER/EER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ER Diagram to Relational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Normalization (1NF, 2NF, 3NF)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Implementation 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  •  80% Completion  •  10 Marks  •  Submission: Phase 2 PPT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format: a single Phase 2 PPT (via VTOP) covering all stages below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scripts: all tables with constraints, consistent with the Phase 1 schema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scripts populating tables with meaningful sample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front-end interface for the application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logic behind the front end (validations, workflow rules)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ODBC/JDBC connection performing basic retrieval &amp; DML from the front 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— 10 Marks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011680"/>
          <a:ext cx="47548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Database Design &amp; Table Creation (DDL)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Data Population (DML)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Front-End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Business Logic 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Database Connectivity (initial)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Integration &amp; Delivery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10  •  100% Completion  •  10 Marks  •  Submission: Final PPT + Project Report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format: Final PPT + complete Project Report (via VTOP)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ODBC/JDBC integration supporting all CRUD operations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cases: functional correctness, constraint violations, error handling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application matching 100% of proposed scope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report: schema, scripts, screenshots, test case results, end-to-end summary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 demonstration and viva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— 10 Marks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011680"/>
          <a:ext cx="47548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Database Connectivity (complete)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Testing and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Demonstration and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students per project — roles may rotate across phases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2377440"/>
            <a:ext cx="731520" cy="7315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modelling, normalization, DDL scripts.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7860" y="2377440"/>
            <a:ext cx="731520" cy="7315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&amp; Business Logic Developer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workflow rules, validations.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2620" y="2377440"/>
            <a:ext cx="731520" cy="731520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6" name="Text 14"/>
          <p:cNvSpPr/>
          <p:nvPr/>
        </p:nvSpPr>
        <p:spPr>
          <a:xfrm>
            <a:off x="95326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Testing &amp; Documentation Lead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ODBC/JDBC connectivity, test cases, project report.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must understand the complete project — individual viva is conducted at each phase.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and Don'ts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3E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ER/EER &amp; normalized schema in Phase 1 before writing DDL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schema and front end consistent with the Phase 1 problem statement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SQL operation in SQL*Plus before wiring it to the front 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one coherent application scope across all 3 phases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phase PPT self-contained, but consistent with earlier phases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connectivity for Phase 3 — start it in Phase 2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submit a schema not normalized through 1NF–3NF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hardcode data in the front 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change team composition after Phase 1 without approval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Guidelines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— PPT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structured Phase 1 / Phase 2 PPT via VTOP, covering the stages assigned to that phase (problem/design for Phase 1; build/connect for Phase 2).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Final PPT + Report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0" y="2514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Final PPT together with a complete Project Report (end-to-end: design, scripts, screenshots, test results) via VTOP.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29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submission per team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3429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team submission per phase, listing all member names and registration numbers.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viva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0" y="43434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submission is accompanied by a live demonstration during the lab slot (A1 / A2 as scheduled).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policy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submissions follow the standard VIT academic policy for lab/project assessments.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Project Ideas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ideas spanning the syllabus and current application trends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1109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&amp; IoT Vitals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+ IoT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91109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1764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Hostel &amp; RFID Attendance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+ IoT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87121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724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Inventory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65176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87121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2724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with Book Recommendation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83133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831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36850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&amp; Sensor Data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+ IoT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6118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83133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831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0" y="36850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Examination &amp; Result Analytics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79145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791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34440" y="4645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&amp; Restaurant Order Management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FoodTech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5720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6792" y="479145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41" name="Text 39"/>
          <p:cNvSpPr/>
          <p:nvPr/>
        </p:nvSpPr>
        <p:spPr>
          <a:xfrm>
            <a:off x="6336792" y="4791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58000" y="4645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Loan, Account &amp; Transaction Management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53212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575157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" y="5751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34440" y="5605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Wearable Health Data Tracking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444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+ IoT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72200" y="553212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36792" y="5751576"/>
            <a:ext cx="402336" cy="402336"/>
          </a:xfrm>
          <a:prstGeom prst="ellipse">
            <a:avLst/>
          </a:prstGeom>
          <a:solidFill>
            <a:srgbClr val="0B2C5D"/>
          </a:solidFill>
          <a:ln/>
        </p:spPr>
      </p:sp>
      <p:sp>
        <p:nvSpPr>
          <p:cNvPr id="51" name="Text 49"/>
          <p:cNvSpPr/>
          <p:nvPr/>
        </p:nvSpPr>
        <p:spPr>
          <a:xfrm>
            <a:off x="6336792" y="5751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58000" y="5605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Payroll &amp; HR Management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Course Project (CO5)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071D3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Build. Connect. Demonstrate.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one working database application — designed, populated, connected, and validated.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75488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Elmasri &amp; Navathe, Fundamentals of Database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– Database Systems  |  SCOPE, Department of IoT, VIT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2026-07-22T01:53:12Z</dcterms:created>
  <dcterms:modified xsi:type="dcterms:W3CDTF">2026-07-22T01:53:12Z</dcterms:modified>
</cp:coreProperties>
</file>